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05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w="28575" cap="flat" cmpd="sng">
              <a:solidFill>
                <a:srgbClr val="A1C3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Arial</vt:lpstr>
      <vt:lpstr>Roboto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MARVIC EXEQIEL M. TABACON</cp:lastModifiedBy>
  <cp:revision>1</cp:revision>
  <dcterms:modified xsi:type="dcterms:W3CDTF">2026-01-28T14:49:57Z</dcterms:modified>
</cp:coreProperties>
</file>