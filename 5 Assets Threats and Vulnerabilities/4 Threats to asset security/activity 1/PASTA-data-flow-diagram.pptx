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embeddedFontLst>
    <p:embeddedFont>
      <p:font typeface="Google Sans" panose="020B0604020202020204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056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da1bf1777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da1bf1777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13725" y="438350"/>
            <a:ext cx="6317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Google Sans"/>
                <a:ea typeface="Google Sans"/>
                <a:cs typeface="Google Sans"/>
                <a:sym typeface="Google Sans"/>
              </a:rPr>
              <a:t>Data flow diagram</a:t>
            </a:r>
            <a:endParaRPr sz="16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55" name="Google Shape;55;p13"/>
          <p:cNvGrpSpPr/>
          <p:nvPr/>
        </p:nvGrpSpPr>
        <p:grpSpPr>
          <a:xfrm>
            <a:off x="655218" y="2086236"/>
            <a:ext cx="1068406" cy="1056954"/>
            <a:chOff x="1331500" y="1622600"/>
            <a:chExt cx="1343400" cy="1329000"/>
          </a:xfrm>
        </p:grpSpPr>
        <p:sp>
          <p:nvSpPr>
            <p:cNvPr id="56" name="Google Shape;56;p13"/>
            <p:cNvSpPr/>
            <p:nvPr/>
          </p:nvSpPr>
          <p:spPr>
            <a:xfrm>
              <a:off x="1331500" y="1622600"/>
              <a:ext cx="1343400" cy="1329000"/>
            </a:xfrm>
            <a:prstGeom prst="flowChartAlternateProcess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3"/>
            <p:cNvSpPr txBox="1"/>
            <p:nvPr/>
          </p:nvSpPr>
          <p:spPr>
            <a:xfrm>
              <a:off x="1331500" y="2079813"/>
              <a:ext cx="1343400" cy="50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latin typeface="Google Sans"/>
                  <a:ea typeface="Google Sans"/>
                  <a:cs typeface="Google Sans"/>
                  <a:sym typeface="Google Sans"/>
                </a:rPr>
                <a:t>User</a:t>
              </a:r>
              <a:endParaRPr b="1"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58" name="Google Shape;58;p13"/>
          <p:cNvGrpSpPr/>
          <p:nvPr/>
        </p:nvGrpSpPr>
        <p:grpSpPr>
          <a:xfrm>
            <a:off x="7387180" y="2043263"/>
            <a:ext cx="1111798" cy="1099880"/>
            <a:chOff x="6387150" y="1714475"/>
            <a:chExt cx="1343400" cy="1329000"/>
          </a:xfrm>
        </p:grpSpPr>
        <p:sp>
          <p:nvSpPr>
            <p:cNvPr id="59" name="Google Shape;59;p13"/>
            <p:cNvSpPr/>
            <p:nvPr/>
          </p:nvSpPr>
          <p:spPr>
            <a:xfrm>
              <a:off x="6387150" y="1714475"/>
              <a:ext cx="1343400" cy="1329000"/>
            </a:xfrm>
            <a:prstGeom prst="flowChartAlternateProcess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3"/>
            <p:cNvSpPr txBox="1"/>
            <p:nvPr/>
          </p:nvSpPr>
          <p:spPr>
            <a:xfrm>
              <a:off x="6387150" y="2171688"/>
              <a:ext cx="1343400" cy="48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latin typeface="Google Sans"/>
                  <a:ea typeface="Google Sans"/>
                  <a:cs typeface="Google Sans"/>
                  <a:sym typeface="Google Sans"/>
                </a:rPr>
                <a:t>Database</a:t>
              </a:r>
              <a:endParaRPr b="1"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sp>
        <p:nvSpPr>
          <p:cNvPr id="61" name="Google Shape;61;p13"/>
          <p:cNvSpPr/>
          <p:nvPr/>
        </p:nvSpPr>
        <p:spPr>
          <a:xfrm>
            <a:off x="3786953" y="1811569"/>
            <a:ext cx="1536900" cy="1520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3"/>
          <p:cNvSpPr txBox="1"/>
          <p:nvPr/>
        </p:nvSpPr>
        <p:spPr>
          <a:xfrm>
            <a:off x="3786953" y="2285356"/>
            <a:ext cx="1536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Product search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process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650375" y="869450"/>
            <a:ext cx="7843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Note: </a:t>
            </a: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This data flow diagram represents a single process. Data flow diagrams for an application like this are normally much more complex.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64" name="Google Shape;64;p13"/>
          <p:cNvCxnSpPr/>
          <p:nvPr/>
        </p:nvCxnSpPr>
        <p:spPr>
          <a:xfrm>
            <a:off x="1916063" y="2339263"/>
            <a:ext cx="162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" name="Google Shape;65;p13"/>
          <p:cNvCxnSpPr/>
          <p:nvPr/>
        </p:nvCxnSpPr>
        <p:spPr>
          <a:xfrm>
            <a:off x="5540788" y="2339263"/>
            <a:ext cx="162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" name="Google Shape;66;p13"/>
          <p:cNvCxnSpPr/>
          <p:nvPr/>
        </p:nvCxnSpPr>
        <p:spPr>
          <a:xfrm rot="10800000">
            <a:off x="1940488" y="2958988"/>
            <a:ext cx="162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" name="Google Shape;67;p13"/>
          <p:cNvCxnSpPr/>
          <p:nvPr/>
        </p:nvCxnSpPr>
        <p:spPr>
          <a:xfrm rot="10800000">
            <a:off x="5540788" y="2958988"/>
            <a:ext cx="162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8" name="Google Shape;68;p13"/>
          <p:cNvSpPr txBox="1"/>
          <p:nvPr/>
        </p:nvSpPr>
        <p:spPr>
          <a:xfrm>
            <a:off x="1940475" y="2318063"/>
            <a:ext cx="1629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Searching for sneakers for sale.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5540788" y="2343400"/>
            <a:ext cx="1846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Listings of current inventory.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Google Sans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MARVIC EXEQIEL M. TABACON</cp:lastModifiedBy>
  <cp:revision>1</cp:revision>
  <dcterms:modified xsi:type="dcterms:W3CDTF">2026-01-27T14:57:57Z</dcterms:modified>
</cp:coreProperties>
</file>